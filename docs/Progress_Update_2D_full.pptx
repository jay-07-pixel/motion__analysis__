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7315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PROGRESS UPDATE   ·   SINGLE INTEL REALSENSE D455f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2D and 3D Motion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5D4E8"/>
                </a:solidFill>
                <a:latin typeface="Calibri"/>
              </a:rPr>
              <a:t>Problem statement   ·   Assigned: 2D + 3D    |    Delivered this phase: 2D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01952"/>
            <a:ext cx="37033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01952"/>
            <a:ext cx="3703320" cy="91440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157984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B5A6"/>
                </a:solidFill>
                <a:latin typeface="Calibri"/>
              </a:rPr>
              <a:t>01   THE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603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2332"/>
                </a:solidFill>
                <a:latin typeface="Calibri"/>
              </a:rPr>
              <a:t>Measure human motion with one RGB-D camera.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8328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Hardware: Intel RealSense D455f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Live USB  and  uploaded video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Camera coordinates (image pixels)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No hardcoding — config.yaml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901952"/>
            <a:ext cx="37033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901952"/>
            <a:ext cx="3703320" cy="91440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157984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338"/>
                </a:solidFill>
                <a:latin typeface="Calibri"/>
              </a:rPr>
              <a:t>02   THIS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03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2332"/>
                </a:solidFill>
                <a:latin typeface="Calibri"/>
              </a:rPr>
              <a:t>Full problem is 2D + 3D. We completed 2D.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38328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2D = colour frame → joint pixels (u, v)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Origin: top-left of the RGB image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3D (depth → metres) is not built yet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Student prototype — not a medical device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1901952"/>
            <a:ext cx="37033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0456" y="1901952"/>
            <a:ext cx="3703320" cy="91440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2157984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06C5C"/>
                </a:solidFill>
                <a:latin typeface="Calibri"/>
              </a:rPr>
              <a:t>03   WHY 2D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5603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2332"/>
                </a:solidFill>
                <a:latin typeface="Calibri"/>
              </a:rPr>
              <a:t>3D is the same pixel plus RealSense depth.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338328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If the 2D dot is wrong, 3D will be wrong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So: RGB → keypoints → angles → one app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Then add aligned depth for metres / m/s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6678"/>
                </a:solidFill>
                <a:latin typeface="Calibri"/>
              </a:rPr>
              <a:t>▸  Do not treat MediaPipe “world” as RealSense 3D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Jay   ·   IIT Guwahati   ·   2D phase complete   ·   Next: depth → camera metres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7315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SOLUTION   ·   2D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5D4E8"/>
                </a:solidFill>
                <a:latin typeface="Calibri"/>
              </a:rPr>
              <a:t>One window: live D455f or upload  ·  skeleton, elbow degrees, wrist path  ·  optional save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11365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109728" cy="71323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2332"/>
                </a:solidFill>
                <a:latin typeface="Calibri"/>
              </a:rPr>
              <a:t>A user-facing 2D app. Thresholds stay in config.yaml. Camera pixels only — not metres, not a medical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24912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724912"/>
            <a:ext cx="2395728" cy="91440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2926080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B5A6"/>
                </a:solidFill>
                <a:latin typeface="Calibri"/>
              </a:rPr>
              <a:t>01  RGB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3364992"/>
            <a:ext cx="21396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Live D455f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or .mp4 / .avi / .bag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450799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678"/>
                </a:solidFill>
                <a:latin typeface="Calibri"/>
              </a:rPr>
              <a:t>Colour frames only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98648" y="3685032"/>
            <a:ext cx="329184" cy="292608"/>
          </a:xfrm>
          <a:prstGeom prst="right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19272" y="2724912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9272" y="2724912"/>
            <a:ext cx="2395728" cy="91440"/>
          </a:xfrm>
          <a:prstGeom prst="rect">
            <a:avLst/>
          </a:prstGeom>
          <a:solidFill>
            <a:srgbClr val="14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2926080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3258"/>
                </a:solidFill>
                <a:latin typeface="Calibri"/>
              </a:rPr>
              <a:t>02  POSE  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364992"/>
            <a:ext cx="21396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MediaPipe Pose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33 joints (u, 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450799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678"/>
                </a:solidFill>
                <a:latin typeface="Calibri"/>
              </a:rPr>
              <a:t>Origin: top-left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06440" y="3685032"/>
            <a:ext cx="329184" cy="292608"/>
          </a:xfrm>
          <a:prstGeom prst="right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7064" y="2724912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2724912"/>
            <a:ext cx="2395728" cy="91440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926080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A338"/>
                </a:solidFill>
                <a:latin typeface="Calibri"/>
              </a:rPr>
              <a:t>03 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64992"/>
            <a:ext cx="21396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Elbow angle (image °)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Wrist trail + px/s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50799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678"/>
                </a:solidFill>
                <a:latin typeface="Calibri"/>
              </a:rPr>
              <a:t>Skip low confidence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14232" y="3685032"/>
            <a:ext cx="329184" cy="292608"/>
          </a:xfrm>
          <a:prstGeom prst="right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34856" y="2724912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4856" y="2724912"/>
            <a:ext cx="2395728" cy="91440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62872" y="2926080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06C5C"/>
                </a:solidFill>
                <a:latin typeface="Calibri"/>
              </a:rPr>
              <a:t>04 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3364992"/>
            <a:ext cx="21396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GUI live numbers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A2332"/>
                </a:solidFill>
                <a:latin typeface="Calibri"/>
              </a:rPr>
              <a:t>CSV + overlay.mp4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450799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678"/>
                </a:solidFill>
                <a:latin typeface="Calibri"/>
              </a:rPr>
              <a:t>Start / Stop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2120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212080"/>
            <a:ext cx="91440" cy="1097280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5486400"/>
            <a:ext cx="3319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332"/>
                </a:solidFill>
                <a:latin typeface="Calibri"/>
              </a:rPr>
              <a:t>Live  or  Upload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15968" y="52120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15968" y="5212080"/>
            <a:ext cx="91440" cy="1097280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86400"/>
            <a:ext cx="3319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332"/>
                </a:solidFill>
                <a:latin typeface="Calibri"/>
              </a:rPr>
              <a:t>Elbow ° in the image   ·   ~180° = straight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0456" y="52120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0456" y="5212080"/>
            <a:ext cx="91440" cy="1097280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6488" y="5486400"/>
            <a:ext cx="3319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332"/>
                </a:solidFill>
                <a:latin typeface="Calibri"/>
              </a:rPr>
              <a:t>Wrist speed in px/s   ·   not m/s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Workflow is 2D camera pixels only. Depth is not used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7315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5D4E8"/>
                </a:solidFill>
                <a:latin typeface="Calibri"/>
              </a:rPr>
              <a:t>Python  ·  nothing hardcoded in code  ·  run from the project folder:  python app.py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47088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47088"/>
            <a:ext cx="3703320" cy="82296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B5A6"/>
                </a:solidFill>
                <a:latin typeface="Calibri"/>
              </a:rP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337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2"/>
                </a:solidFill>
                <a:latin typeface="Calibri"/>
              </a:rPr>
              <a:t>Intel RealSense D455f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8833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pyrealsense2  ·  live RGB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.bag playback for later 3D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47088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847088"/>
            <a:ext cx="3703320" cy="82296"/>
          </a:xfrm>
          <a:prstGeom prst="rect">
            <a:avLst/>
          </a:prstGeom>
          <a:solidFill>
            <a:srgbClr val="14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02996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3258"/>
                </a:solidFill>
                <a:latin typeface="Calibri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286000"/>
            <a:ext cx="3337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2"/>
                </a:solidFill>
                <a:latin typeface="Calibri"/>
              </a:rPr>
              <a:t>OpenCV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68833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Uploaded .mp4 / .avi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Skeleton overlay on RGB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1847088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0456" y="1847088"/>
            <a:ext cx="3703320" cy="82296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202996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8A338"/>
                </a:solidFill>
                <a:latin typeface="Calibri"/>
              </a:rPr>
              <a:t>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286000"/>
            <a:ext cx="3337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2"/>
                </a:solidFill>
                <a:latin typeface="Calibri"/>
              </a:rPr>
              <a:t>MediaPipe 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688336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BlazePose  ·  33 landmarks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2D pixels (u, v)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886199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886199"/>
            <a:ext cx="3703320" cy="82296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69079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6C5C"/>
                </a:solidFill>
                <a:latin typeface="Calibri"/>
              </a:rPr>
              <a:t>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25111"/>
            <a:ext cx="3337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2"/>
                </a:solidFill>
                <a:latin typeface="Calibri"/>
              </a:rPr>
              <a:t>YAML  ·  config.yaml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27447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Resolution, FPS, thresholds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Which joints and trail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3886199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3886199"/>
            <a:ext cx="3703320" cy="82296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4069079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B5A6"/>
                </a:solidFill>
                <a:latin typeface="Calibri"/>
              </a:rPr>
              <a:t>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325111"/>
            <a:ext cx="3337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2"/>
                </a:solidFill>
                <a:latin typeface="Calibri"/>
              </a:rPr>
              <a:t>Tkinter + Pillow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727447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Live / Upload  ·  Start / Stop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Live elbow ° and wrist px/s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0456" y="3886199"/>
            <a:ext cx="37033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0456" y="3886199"/>
            <a:ext cx="3703320" cy="82296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4069079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8A338"/>
                </a:solidFill>
                <a:latin typeface="Calibri"/>
              </a:rPr>
              <a:t>DATA 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4325111"/>
            <a:ext cx="3337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2332"/>
                </a:solidFill>
                <a:latin typeface="Calibri"/>
              </a:rPr>
              <a:t>CSV + MP4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4727447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keypoints_2d.csv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A6678"/>
                </a:solidFill>
                <a:latin typeface="Calibri"/>
              </a:rPr>
              <a:t>angles_2d.csv  ·  overlay.mp4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5925312"/>
            <a:ext cx="11365992" cy="47548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998464"/>
            <a:ext cx="11018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Not used as 3D: MediaPipe world landmarks (RGB-only guess).  Real 3D = RealSense depth at these 2D pixels.  Close Viewer before Live.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Jay   ·   IIT Guwahati   ·   python app.py   ·   USB 3  ·  close RealSense Viewer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